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C30E1-4C85-FDF3-5402-5CA6D1835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CB0D8A-6D02-2279-4CFF-0D7ACA3B3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BC0BEE-96B7-6637-EBB6-1C64E19D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D3B4-B1FF-4B2B-B4B0-1E5CDE50559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E1D492-E58E-CA02-226D-204ABC88C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7DFE4A-8B9E-5D8C-E26F-648E4D2A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3596-B5D7-464E-BC51-18DC763793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221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75E91-A523-7B5B-2D01-768D4E9A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2F23CF-B137-4505-A52D-46C4D254A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B3300-00B2-8963-7E6C-3A74F34CE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D3B4-B1FF-4B2B-B4B0-1E5CDE50559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493BDF-473D-9C59-0BA2-6CBCA6223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8E881C-0B8C-B8A8-923C-57CD0D429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3596-B5D7-464E-BC51-18DC763793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80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E37BF-E1C1-8BDF-D527-E44902ABF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A52EA1-E6E9-3870-0A90-D95C01BCB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C151CB-740C-8EE3-9CE6-31A5C5C5F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D3B4-B1FF-4B2B-B4B0-1E5CDE50559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D6EF47-4877-A6F6-841F-526CDE4D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78B02-66F6-BDEF-BC94-CEE3D3CD3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3596-B5D7-464E-BC51-18DC763793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978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7F48D-BC79-455D-A54D-F05B18A5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D353B1-1263-C17C-0FD2-31F0C7D62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1167AA-29FA-473A-C0F6-30063EBC1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2502AB-C943-23DE-D2F8-25468DA08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D3B4-B1FF-4B2B-B4B0-1E5CDE50559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BD6E06-5B68-BE33-21BE-2D4EC5908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320D10-B782-C9A7-34DA-C82F5FA9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3596-B5D7-464E-BC51-18DC763793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2001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94FD7-5FCB-C820-064F-446120BE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A230A1-D1CA-C664-9BBB-39C16A03D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5D35F2-2781-AB82-DF4E-1B3CCF303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50832C-7BD8-A0AA-5B5A-E1D765F12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9D1C32F-F14C-A1E7-5378-752B78E212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34762E-B1EB-63A3-810E-4C023F4F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D3B4-B1FF-4B2B-B4B0-1E5CDE50559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5AD95E0-3FE4-92BE-548D-53F5F560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D7A37D-93C7-ECAB-ABBD-7E3EC23A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3596-B5D7-464E-BC51-18DC763793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4947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E952D-F473-2EB2-ED35-B2F52067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E50AA9-D8C4-E546-0AF2-601F3A40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D3B4-B1FF-4B2B-B4B0-1E5CDE50559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FDEE623-EF78-3F54-18E3-1D02852E4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217005-31F3-C63C-A8F7-7D6E71F4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3596-B5D7-464E-BC51-18DC763793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998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992E4D3-3024-D381-48D3-F16356A4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D3B4-B1FF-4B2B-B4B0-1E5CDE50559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2F44F9D-97FC-E277-C061-CA1A66E4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8A882E-BCB5-6C37-FB46-B5717F8B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3596-B5D7-464E-BC51-18DC763793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195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61C98-B409-98BA-AE8F-FFE5F3A48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113971-8E99-8127-546D-56DE051F7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308FE4-57C7-238D-BB8D-D2B7AA4D9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32AD13-EC56-3471-0EE9-F6A33E30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D3B4-B1FF-4B2B-B4B0-1E5CDE50559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642A69-F3FB-7C3C-D50E-FE537D07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2B188E-4A3C-CFC2-DD36-D0045C542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3596-B5D7-464E-BC51-18DC763793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339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20AE5-8E55-1BBB-19C7-72178DD8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60A4C3B-7982-F40E-374D-9C002243B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92A6D8-473D-3A91-1D07-F144B9E82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82097F-7AD7-02CE-539C-67D2BF7D4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D3B4-B1FF-4B2B-B4B0-1E5CDE50559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76ACC2-64DB-4568-BAC9-BC2C8D43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1FEF24-D02F-8C4F-3D7D-90FBA0FB2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3596-B5D7-464E-BC51-18DC763793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3095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E2C1B-C5F9-8429-9898-ABD8F91C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E33293-D041-639D-5F61-A93EE0BD4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D3DBB0-1282-7B2B-6643-76C62CA23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D3B4-B1FF-4B2B-B4B0-1E5CDE50559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9BC2C0-9C60-3E54-2572-30FE40EA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0C9C1B-DAF5-04AF-50D2-70FC565A0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3596-B5D7-464E-BC51-18DC763793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8940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81B4FC-4FC9-0EA5-ABBC-4A36C0C7FD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C0895E-833F-5974-08E4-488FDC3A6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BBC77D-C5F7-A100-9D9C-0A586E27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D3B4-B1FF-4B2B-B4B0-1E5CDE50559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6D8F14-FF1B-095B-1148-ED0D502A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92DAB2-8EDB-5B1F-B39C-E59DF0A9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3596-B5D7-464E-BC51-18DC763793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762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2D4FA58-0C7A-7F67-CE81-1036FA423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407131-A096-0ABA-1ECB-B02B1185C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885481-7E09-3CE0-B65C-82AFDE5AE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DD3B4-B1FF-4B2B-B4B0-1E5CDE50559F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DE9D32-0192-C505-4D3C-F3A7D8DDB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52C150-427D-F406-2DF7-BB8A00600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93596-B5D7-464E-BC51-18DC763793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529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CB72E-F120-83BE-6C0A-58206AFD56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Deploy</a:t>
            </a:r>
            <a:r>
              <a:rPr lang="pt-BR" dirty="0"/>
              <a:t> de Aplicações: Do Código à Produção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574610-A1D3-CE63-31E8-4541CF8044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Entendendo conceitos, ferramentas e boas práticas.</a:t>
            </a:r>
          </a:p>
        </p:txBody>
      </p:sp>
    </p:spTree>
    <p:extLst>
      <p:ext uri="{BB962C8B-B14F-4D97-AF65-F5344CB8AC3E}">
        <p14:creationId xmlns:p14="http://schemas.microsoft.com/office/powerpoint/2010/main" val="1999542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BDBC2-AF3A-68F1-8C63-D88C1E55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dirty="0" err="1"/>
              <a:t>Deploy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197882-5FDA-AC1D-E410-EA9ADD5DC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Deploy</a:t>
            </a:r>
            <a:r>
              <a:rPr lang="pt-BR" dirty="0"/>
              <a:t> é o processo de colocar uma aplicação em funcionamento em um ambiente acessível aos usuários.</a:t>
            </a:r>
          </a:p>
          <a:p>
            <a:r>
              <a:rPr lang="pt-BR" dirty="0"/>
              <a:t>É a etapa que transforma o código que está na máquina do desenvolvedor em um serviço disponível </a:t>
            </a:r>
            <a:r>
              <a:rPr lang="pt-BR" dirty="0" err="1"/>
              <a:t>publicamente.Envolve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Transferência de arquivos.</a:t>
            </a:r>
          </a:p>
          <a:p>
            <a:pPr lvl="1"/>
            <a:r>
              <a:rPr lang="pt-BR" dirty="0"/>
              <a:t>Configuração do ambiente.</a:t>
            </a:r>
          </a:p>
          <a:p>
            <a:pPr lvl="1"/>
            <a:r>
              <a:rPr lang="pt-BR" dirty="0"/>
              <a:t>Testes de funcionamento.</a:t>
            </a:r>
          </a:p>
        </p:txBody>
      </p:sp>
    </p:spTree>
    <p:extLst>
      <p:ext uri="{BB962C8B-B14F-4D97-AF65-F5344CB8AC3E}">
        <p14:creationId xmlns:p14="http://schemas.microsoft.com/office/powerpoint/2010/main" val="1704583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FA155-22CE-6611-2F54-79B63E92B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do </a:t>
            </a:r>
            <a:r>
              <a:rPr lang="pt-BR" dirty="0" err="1"/>
              <a:t>Deploy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03D612-6804-8377-7844-303AD2821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09491"/>
          </a:xfrm>
        </p:spPr>
        <p:txBody>
          <a:bodyPr/>
          <a:lstStyle/>
          <a:p>
            <a:r>
              <a:rPr lang="pt-BR" dirty="0"/>
              <a:t>Torna o projeto </a:t>
            </a:r>
            <a:r>
              <a:rPr lang="pt-BR" b="1" dirty="0"/>
              <a:t>acessível a clientes/usuários</a:t>
            </a:r>
            <a:r>
              <a:rPr lang="pt-BR" dirty="0"/>
              <a:t>.</a:t>
            </a:r>
          </a:p>
          <a:p>
            <a:r>
              <a:rPr lang="pt-BR" dirty="0"/>
              <a:t>Permite </a:t>
            </a:r>
            <a:r>
              <a:rPr lang="pt-BR" b="1" dirty="0"/>
              <a:t>validação em produção</a:t>
            </a:r>
            <a:r>
              <a:rPr lang="pt-BR" dirty="0"/>
              <a:t>.</a:t>
            </a:r>
          </a:p>
          <a:p>
            <a:r>
              <a:rPr lang="pt-BR" dirty="0"/>
              <a:t>Facilita a </a:t>
            </a:r>
            <a:r>
              <a:rPr lang="pt-BR" b="1" dirty="0"/>
              <a:t>escala do negócio</a:t>
            </a:r>
            <a:r>
              <a:rPr lang="pt-BR" dirty="0"/>
              <a:t>.</a:t>
            </a:r>
          </a:p>
          <a:p>
            <a:r>
              <a:rPr lang="pt-BR" dirty="0"/>
              <a:t>Garante </a:t>
            </a:r>
            <a:r>
              <a:rPr lang="pt-BR" b="1" dirty="0"/>
              <a:t>confiabilidade e continuidade</a:t>
            </a:r>
            <a:r>
              <a:rPr lang="pt-BR" dirty="0"/>
              <a:t> do sistema.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922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5DB81-A867-5CD6-6911-5DE063837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FEE82-6007-3CBE-E408-C4511AB0E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Ambientes de </a:t>
            </a:r>
            <a:r>
              <a:rPr lang="pt-BR" dirty="0" err="1"/>
              <a:t>Deploy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41A568-4934-237D-4C13-F5574EC4C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09491"/>
          </a:xfrm>
        </p:spPr>
        <p:txBody>
          <a:bodyPr/>
          <a:lstStyle/>
          <a:p>
            <a:r>
              <a:rPr lang="pt-BR" b="1" dirty="0"/>
              <a:t>Desenvolvimento (DEV):</a:t>
            </a:r>
            <a:r>
              <a:rPr lang="pt-BR" dirty="0"/>
              <a:t> onde os programadores testam novas funcionalidades.</a:t>
            </a:r>
          </a:p>
          <a:p>
            <a:r>
              <a:rPr lang="pt-BR" b="1" dirty="0"/>
              <a:t>Homologação (STAGING):</a:t>
            </a:r>
            <a:r>
              <a:rPr lang="pt-BR" dirty="0"/>
              <a:t> simula o ambiente real para testes.</a:t>
            </a:r>
          </a:p>
          <a:p>
            <a:r>
              <a:rPr lang="pt-BR" b="1" dirty="0"/>
              <a:t>Produção (PROD):</a:t>
            </a:r>
            <a:r>
              <a:rPr lang="pt-BR" dirty="0"/>
              <a:t> onde os usuários finais acessam a aplicação.</a:t>
            </a:r>
          </a:p>
        </p:txBody>
      </p:sp>
    </p:spTree>
    <p:extLst>
      <p:ext uri="{BB962C8B-B14F-4D97-AF65-F5344CB8AC3E}">
        <p14:creationId xmlns:p14="http://schemas.microsoft.com/office/powerpoint/2010/main" val="391366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11505-2ECB-3F3B-D027-D6E08D77B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6D0ECB-CF36-5EB6-DECF-88DEA4428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</a:t>
            </a:r>
            <a:r>
              <a:rPr lang="pt-BR" dirty="0" err="1"/>
              <a:t>Deploy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4D9826-0078-F3AF-8B60-8AC3BA601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7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Manual: cópia direta de arquivos e execução manual.</a:t>
            </a:r>
          </a:p>
          <a:p>
            <a:pPr marL="0" indent="0">
              <a:buNone/>
            </a:pPr>
            <a:r>
              <a:rPr lang="pt-BR" dirty="0"/>
              <a:t>Automatizado (CI/CD): uso de pipelines para integrar e publicar código.</a:t>
            </a:r>
          </a:p>
          <a:p>
            <a:pPr marL="0" indent="0">
              <a:buNone/>
            </a:pPr>
            <a:r>
              <a:rPr lang="pt-BR" dirty="0"/>
              <a:t>Contêineres: empacotamento da aplicação com Docker/</a:t>
            </a:r>
            <a:r>
              <a:rPr lang="pt-BR" dirty="0" err="1"/>
              <a:t>Kubernetes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 err="1"/>
              <a:t>Serverless</a:t>
            </a:r>
            <a:r>
              <a:rPr lang="pt-BR" dirty="0"/>
              <a:t>: execução em nuvem sem precisar gerenciar servidores.</a:t>
            </a:r>
          </a:p>
        </p:txBody>
      </p:sp>
    </p:spTree>
    <p:extLst>
      <p:ext uri="{BB962C8B-B14F-4D97-AF65-F5344CB8AC3E}">
        <p14:creationId xmlns:p14="http://schemas.microsoft.com/office/powerpoint/2010/main" val="1012336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93344-906B-F756-5447-C3F5047A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3233CB-FD03-2B9D-02F5-20DA21196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Domínio?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CE826D-6207-047D-A0E9-AD5801191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7849"/>
          </a:xfrm>
        </p:spPr>
        <p:txBody>
          <a:bodyPr>
            <a:normAutofit/>
          </a:bodyPr>
          <a:lstStyle/>
          <a:p>
            <a:r>
              <a:rPr lang="pt-BR" dirty="0"/>
              <a:t>Um </a:t>
            </a:r>
            <a:r>
              <a:rPr lang="pt-BR" b="1" dirty="0"/>
              <a:t>domínio</a:t>
            </a:r>
            <a:r>
              <a:rPr lang="pt-BR" dirty="0"/>
              <a:t> é o nome amigável que representa o endereço de um site.</a:t>
            </a:r>
          </a:p>
          <a:p>
            <a:r>
              <a:rPr lang="pt-BR" dirty="0"/>
              <a:t>Exemplo: meusite.com → traduz para o IP real do servidor.</a:t>
            </a:r>
          </a:p>
          <a:p>
            <a:r>
              <a:rPr lang="pt-BR" dirty="0"/>
              <a:t>Registro feito em empresas como: Registro.br, </a:t>
            </a:r>
            <a:r>
              <a:rPr lang="pt-BR" dirty="0" err="1"/>
              <a:t>GoDaddy</a:t>
            </a:r>
            <a:r>
              <a:rPr lang="pt-BR" dirty="0"/>
              <a:t>, </a:t>
            </a:r>
            <a:r>
              <a:rPr lang="pt-BR" dirty="0" err="1"/>
              <a:t>Hostinger</a:t>
            </a:r>
            <a:r>
              <a:rPr lang="pt-BR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1348295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F2BF-AE0B-414F-5FE7-895C83450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3257C-A79B-62F9-3C7C-A1475BE0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Hospedagem vs. </a:t>
            </a:r>
            <a:r>
              <a:rPr lang="pt-BR" dirty="0" err="1"/>
              <a:t>Deploy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8AD163-0120-B12A-624E-6F4076509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7849"/>
          </a:xfrm>
        </p:spPr>
        <p:txBody>
          <a:bodyPr>
            <a:normAutofit/>
          </a:bodyPr>
          <a:lstStyle/>
          <a:p>
            <a:r>
              <a:rPr lang="pt-BR" dirty="0"/>
              <a:t>Hospedagem: espaço no servidor para guardar e rodar a aplicação.</a:t>
            </a:r>
          </a:p>
          <a:p>
            <a:r>
              <a:rPr lang="pt-BR" dirty="0" err="1"/>
              <a:t>Deploy</a:t>
            </a:r>
            <a:r>
              <a:rPr lang="pt-BR" dirty="0"/>
              <a:t>: processo de enviar, configurar e ativar a aplicação na hospedagem.</a:t>
            </a:r>
          </a:p>
          <a:p>
            <a:r>
              <a:rPr lang="pt-BR" dirty="0"/>
              <a:t>Trabalham juntos para disponibilizar o site/sistema.</a:t>
            </a:r>
          </a:p>
        </p:txBody>
      </p:sp>
    </p:spTree>
    <p:extLst>
      <p:ext uri="{BB962C8B-B14F-4D97-AF65-F5344CB8AC3E}">
        <p14:creationId xmlns:p14="http://schemas.microsoft.com/office/powerpoint/2010/main" val="3969619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E6417-F2C7-B37B-DE55-851AD5B38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B9855-2E35-298A-8A10-47D8AA50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Ferramentas de </a:t>
            </a:r>
            <a:r>
              <a:rPr lang="pt-BR" dirty="0" err="1"/>
              <a:t>Deploy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D420FC-6817-36FB-B264-5BF3F2AD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7849"/>
          </a:xfrm>
        </p:spPr>
        <p:txBody>
          <a:bodyPr>
            <a:normAutofit/>
          </a:bodyPr>
          <a:lstStyle/>
          <a:p>
            <a:r>
              <a:rPr lang="pt-BR" b="1" dirty="0" err="1"/>
              <a:t>Heroku</a:t>
            </a:r>
            <a:r>
              <a:rPr lang="pt-BR" b="1" dirty="0"/>
              <a:t>:</a:t>
            </a:r>
            <a:r>
              <a:rPr lang="pt-BR" dirty="0"/>
              <a:t> simples, ótimo para iniciantes.</a:t>
            </a:r>
          </a:p>
          <a:p>
            <a:r>
              <a:rPr lang="pt-BR" b="1" dirty="0" err="1"/>
              <a:t>Vercel</a:t>
            </a:r>
            <a:r>
              <a:rPr lang="pt-BR" b="1" dirty="0"/>
              <a:t> / </a:t>
            </a:r>
            <a:r>
              <a:rPr lang="pt-BR" b="1" dirty="0" err="1"/>
              <a:t>Netlify</a:t>
            </a:r>
            <a:r>
              <a:rPr lang="pt-BR" b="1" dirty="0"/>
              <a:t>:</a:t>
            </a:r>
            <a:r>
              <a:rPr lang="pt-BR" dirty="0"/>
              <a:t> foco em aplicações web modernas.</a:t>
            </a:r>
          </a:p>
          <a:p>
            <a:r>
              <a:rPr lang="pt-BR" b="1" dirty="0"/>
              <a:t>AWS / Azure / GCP:</a:t>
            </a:r>
            <a:r>
              <a:rPr lang="pt-BR" dirty="0"/>
              <a:t> soluções robustas em nuvem.</a:t>
            </a:r>
          </a:p>
          <a:p>
            <a:r>
              <a:rPr lang="pt-BR" b="1" dirty="0"/>
              <a:t>GitHub </a:t>
            </a:r>
            <a:r>
              <a:rPr lang="pt-BR" b="1" dirty="0" err="1"/>
              <a:t>Actions</a:t>
            </a:r>
            <a:r>
              <a:rPr lang="pt-BR" b="1" dirty="0"/>
              <a:t> / </a:t>
            </a:r>
            <a:r>
              <a:rPr lang="pt-BR" b="1" dirty="0" err="1"/>
              <a:t>GitLab</a:t>
            </a:r>
            <a:r>
              <a:rPr lang="pt-BR" b="1" dirty="0"/>
              <a:t> CI:</a:t>
            </a:r>
            <a:r>
              <a:rPr lang="pt-BR" dirty="0"/>
              <a:t> automação de pipelines.</a:t>
            </a:r>
          </a:p>
          <a:p>
            <a:r>
              <a:rPr lang="pt-BR" b="1" dirty="0"/>
              <a:t>Docker + </a:t>
            </a:r>
            <a:r>
              <a:rPr lang="pt-BR" b="1" dirty="0" err="1"/>
              <a:t>Kubernetes</a:t>
            </a:r>
            <a:r>
              <a:rPr lang="pt-BR" b="1" dirty="0"/>
              <a:t>:</a:t>
            </a:r>
            <a:r>
              <a:rPr lang="pt-BR" dirty="0"/>
              <a:t> escalabilidade e portabilidade.</a:t>
            </a:r>
          </a:p>
        </p:txBody>
      </p:sp>
    </p:spTree>
    <p:extLst>
      <p:ext uri="{BB962C8B-B14F-4D97-AF65-F5344CB8AC3E}">
        <p14:creationId xmlns:p14="http://schemas.microsoft.com/office/powerpoint/2010/main" val="1190172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86F4F-C9B0-F67C-9BC7-D48469F4A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00639-86C1-E1E8-3428-B9E6E425F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Deploy</a:t>
            </a:r>
            <a:r>
              <a:rPr lang="pt-BR" dirty="0"/>
              <a:t> Automatizado (CI/CD)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693207-F141-D0B4-AA0E-BAC8FEA19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7849"/>
          </a:xfrm>
        </p:spPr>
        <p:txBody>
          <a:bodyPr>
            <a:normAutofit/>
          </a:bodyPr>
          <a:lstStyle/>
          <a:p>
            <a:r>
              <a:rPr lang="pt-BR" b="1" dirty="0"/>
              <a:t>CI (</a:t>
            </a:r>
            <a:r>
              <a:rPr lang="pt-BR" b="1" dirty="0" err="1"/>
              <a:t>Continuous</a:t>
            </a:r>
            <a:r>
              <a:rPr lang="pt-BR" b="1" dirty="0"/>
              <a:t> </a:t>
            </a:r>
            <a:r>
              <a:rPr lang="pt-BR" b="1" dirty="0" err="1"/>
              <a:t>Integration</a:t>
            </a:r>
            <a:r>
              <a:rPr lang="pt-BR" b="1" dirty="0"/>
              <a:t>):</a:t>
            </a:r>
            <a:r>
              <a:rPr lang="pt-BR" dirty="0"/>
              <a:t> integração contínua do código.</a:t>
            </a:r>
          </a:p>
          <a:p>
            <a:r>
              <a:rPr lang="pt-BR" b="1" dirty="0"/>
              <a:t>CD (</a:t>
            </a:r>
            <a:r>
              <a:rPr lang="pt-BR" b="1" dirty="0" err="1"/>
              <a:t>Continuous</a:t>
            </a:r>
            <a:r>
              <a:rPr lang="pt-BR" b="1" dirty="0"/>
              <a:t> Delivery/Deployment):</a:t>
            </a:r>
            <a:r>
              <a:rPr lang="pt-BR" dirty="0"/>
              <a:t> entrega rápida e frequente.</a:t>
            </a:r>
          </a:p>
          <a:p>
            <a:r>
              <a:rPr lang="pt-BR" dirty="0"/>
              <a:t>Vantagens:</a:t>
            </a:r>
          </a:p>
          <a:p>
            <a:pPr lvl="1"/>
            <a:r>
              <a:rPr lang="pt-BR" dirty="0"/>
              <a:t>Reduz erros humanos.</a:t>
            </a:r>
          </a:p>
          <a:p>
            <a:pPr lvl="1"/>
            <a:r>
              <a:rPr lang="pt-BR" dirty="0"/>
              <a:t>Acelera entregas.</a:t>
            </a:r>
          </a:p>
          <a:p>
            <a:pPr lvl="1"/>
            <a:r>
              <a:rPr lang="pt-BR" dirty="0"/>
              <a:t>Permite </a:t>
            </a:r>
            <a:r>
              <a:rPr lang="pt-BR" dirty="0" err="1"/>
              <a:t>rollback</a:t>
            </a:r>
            <a:r>
              <a:rPr lang="pt-BR" dirty="0"/>
              <a:t> rápido.</a:t>
            </a:r>
          </a:p>
        </p:txBody>
      </p:sp>
    </p:spTree>
    <p:extLst>
      <p:ext uri="{BB962C8B-B14F-4D97-AF65-F5344CB8AC3E}">
        <p14:creationId xmlns:p14="http://schemas.microsoft.com/office/powerpoint/2010/main" val="3336866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0ABB2-2641-B5ED-1DC4-AAB157B9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95D41-6DF5-E283-67A9-197E1C45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</a:t>
            </a:r>
            <a:r>
              <a:rPr lang="pt-BR" dirty="0" err="1"/>
              <a:t>Deploy</a:t>
            </a:r>
            <a:r>
              <a:rPr lang="pt-BR" dirty="0"/>
              <a:t>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60C3AA-8B62-C85D-DD18-56DCF1DE6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7849"/>
          </a:xfrm>
        </p:spPr>
        <p:txBody>
          <a:bodyPr>
            <a:normAutofit/>
          </a:bodyPr>
          <a:lstStyle/>
          <a:p>
            <a:r>
              <a:rPr lang="pt-BR" b="1" dirty="0" err="1"/>
              <a:t>Deploy</a:t>
            </a:r>
            <a:r>
              <a:rPr lang="pt-BR" b="1" dirty="0"/>
              <a:t> </a:t>
            </a:r>
            <a:r>
              <a:rPr lang="pt-BR" b="1" dirty="0" err="1"/>
              <a:t>Frontend</a:t>
            </a:r>
            <a:r>
              <a:rPr lang="pt-BR" b="1" dirty="0"/>
              <a:t>:</a:t>
            </a:r>
            <a:r>
              <a:rPr lang="pt-BR" dirty="0"/>
              <a:t> </a:t>
            </a:r>
            <a:r>
              <a:rPr lang="pt-BR" dirty="0" err="1"/>
              <a:t>Vercel</a:t>
            </a:r>
            <a:r>
              <a:rPr lang="pt-BR" dirty="0"/>
              <a:t>, </a:t>
            </a:r>
            <a:r>
              <a:rPr lang="pt-BR" dirty="0" err="1"/>
              <a:t>Netlify</a:t>
            </a:r>
            <a:r>
              <a:rPr lang="pt-BR" dirty="0"/>
              <a:t>.</a:t>
            </a:r>
          </a:p>
          <a:p>
            <a:r>
              <a:rPr lang="pt-BR" b="1" dirty="0" err="1"/>
              <a:t>Deploy</a:t>
            </a:r>
            <a:r>
              <a:rPr lang="pt-BR" b="1" dirty="0"/>
              <a:t> </a:t>
            </a:r>
            <a:r>
              <a:rPr lang="pt-BR" b="1" dirty="0" err="1"/>
              <a:t>Backend</a:t>
            </a:r>
            <a:r>
              <a:rPr lang="pt-BR" b="1" dirty="0"/>
              <a:t>:</a:t>
            </a:r>
            <a:r>
              <a:rPr lang="pt-BR" dirty="0"/>
              <a:t> </a:t>
            </a:r>
            <a:r>
              <a:rPr lang="pt-BR" dirty="0" err="1"/>
              <a:t>Heroku</a:t>
            </a:r>
            <a:r>
              <a:rPr lang="pt-BR" dirty="0"/>
              <a:t>, AWS EC2.</a:t>
            </a:r>
          </a:p>
          <a:p>
            <a:r>
              <a:rPr lang="pt-BR" b="1" dirty="0" err="1"/>
              <a:t>Deploy</a:t>
            </a:r>
            <a:r>
              <a:rPr lang="pt-BR" b="1" dirty="0"/>
              <a:t> Mobile:</a:t>
            </a:r>
            <a:r>
              <a:rPr lang="pt-BR" dirty="0"/>
              <a:t> Google Play, App Store.</a:t>
            </a:r>
          </a:p>
          <a:p>
            <a:r>
              <a:rPr lang="pt-BR" b="1" dirty="0" err="1"/>
              <a:t>Deploy</a:t>
            </a:r>
            <a:r>
              <a:rPr lang="pt-BR" b="1" dirty="0"/>
              <a:t> Banco de Dados:</a:t>
            </a:r>
            <a:r>
              <a:rPr lang="pt-BR" dirty="0"/>
              <a:t> AWS RDS, </a:t>
            </a:r>
            <a:r>
              <a:rPr lang="pt-BR" dirty="0" err="1"/>
              <a:t>Supabase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092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5F7D2-893D-8BF7-9157-7C6AAFBB9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10687-4703-AFEC-B29C-B9DCE09D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Papel do DNS no </a:t>
            </a:r>
            <a:r>
              <a:rPr lang="pt-BR" dirty="0" err="1"/>
              <a:t>Deploy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09B564-F4E3-E0F3-8AA7-4771E2691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7849"/>
          </a:xfrm>
        </p:spPr>
        <p:txBody>
          <a:bodyPr>
            <a:normAutofit/>
          </a:bodyPr>
          <a:lstStyle/>
          <a:p>
            <a:r>
              <a:rPr lang="pt-BR" dirty="0"/>
              <a:t>DNS (Domain </a:t>
            </a:r>
            <a:r>
              <a:rPr lang="pt-BR" dirty="0" err="1"/>
              <a:t>Name</a:t>
            </a:r>
            <a:r>
              <a:rPr lang="pt-BR" dirty="0"/>
              <a:t> System): traduz domínios em </a:t>
            </a:r>
            <a:r>
              <a:rPr lang="pt-BR" dirty="0" err="1"/>
              <a:t>IPs</a:t>
            </a:r>
            <a:r>
              <a:rPr lang="pt-BR" dirty="0"/>
              <a:t>.</a:t>
            </a:r>
          </a:p>
          <a:p>
            <a:r>
              <a:rPr lang="pt-BR" dirty="0"/>
              <a:t>Configurações comuns:</a:t>
            </a:r>
          </a:p>
          <a:p>
            <a:pPr lvl="1"/>
            <a:r>
              <a:rPr lang="pt-BR" dirty="0"/>
              <a:t>A Record: aponta para o IP do servidor.</a:t>
            </a:r>
          </a:p>
          <a:p>
            <a:pPr lvl="1"/>
            <a:r>
              <a:rPr lang="pt-BR" dirty="0"/>
              <a:t>CNAME: cria apelidos para domínios.</a:t>
            </a:r>
          </a:p>
          <a:p>
            <a:pPr lvl="1"/>
            <a:r>
              <a:rPr lang="pt-BR" dirty="0"/>
              <a:t>MX: usado em e-mails.</a:t>
            </a:r>
          </a:p>
        </p:txBody>
      </p:sp>
    </p:spTree>
    <p:extLst>
      <p:ext uri="{BB962C8B-B14F-4D97-AF65-F5344CB8AC3E}">
        <p14:creationId xmlns:p14="http://schemas.microsoft.com/office/powerpoint/2010/main" val="850904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58889-0EC1-8A13-8605-0A968ED13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A8086-9479-CD21-D4D8-A6D95F62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Deploy</a:t>
            </a:r>
            <a:r>
              <a:rPr lang="pt-BR" dirty="0"/>
              <a:t> Tradicional x Contêineres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8DF6F1-1560-A518-1818-14083CCE2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7849"/>
          </a:xfrm>
        </p:spPr>
        <p:txBody>
          <a:bodyPr>
            <a:normAutofit/>
          </a:bodyPr>
          <a:lstStyle/>
          <a:p>
            <a:r>
              <a:rPr lang="pt-BR" dirty="0"/>
              <a:t>Tradicional: depende de servidor configurado manualmente.</a:t>
            </a:r>
          </a:p>
          <a:p>
            <a:r>
              <a:rPr lang="pt-BR" dirty="0"/>
              <a:t>Contêineres: empacotam código + dependências.</a:t>
            </a:r>
          </a:p>
          <a:p>
            <a:r>
              <a:rPr lang="pt-BR" dirty="0"/>
              <a:t>Benefícios dos contêineres:</a:t>
            </a:r>
          </a:p>
          <a:p>
            <a:pPr lvl="1"/>
            <a:r>
              <a:rPr lang="pt-BR" dirty="0"/>
              <a:t>Reprodutibilidade.</a:t>
            </a:r>
          </a:p>
          <a:p>
            <a:pPr lvl="1"/>
            <a:r>
              <a:rPr lang="pt-BR" dirty="0"/>
              <a:t>Escalabilidade.</a:t>
            </a:r>
          </a:p>
          <a:p>
            <a:pPr lvl="1"/>
            <a:r>
              <a:rPr lang="pt-BR" dirty="0"/>
              <a:t>Portabilidade entre ambientes.</a:t>
            </a:r>
          </a:p>
        </p:txBody>
      </p:sp>
    </p:spTree>
    <p:extLst>
      <p:ext uri="{BB962C8B-B14F-4D97-AF65-F5344CB8AC3E}">
        <p14:creationId xmlns:p14="http://schemas.microsoft.com/office/powerpoint/2010/main" val="2165667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302A0-3861-2250-8317-85C9588A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94466-DAAF-E827-049A-7947DB899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Desafios no </a:t>
            </a:r>
            <a:r>
              <a:rPr lang="pt-BR" dirty="0" err="1"/>
              <a:t>Deploy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272D4A-FC86-763E-2E78-037A7238A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7849"/>
          </a:xfrm>
        </p:spPr>
        <p:txBody>
          <a:bodyPr>
            <a:normAutofit/>
          </a:bodyPr>
          <a:lstStyle/>
          <a:p>
            <a:r>
              <a:rPr lang="pt-BR" dirty="0"/>
              <a:t>Configuração incorreta de ambiente.</a:t>
            </a:r>
          </a:p>
          <a:p>
            <a:r>
              <a:rPr lang="pt-BR" dirty="0"/>
              <a:t>Dependências não compatíveis.</a:t>
            </a:r>
          </a:p>
          <a:p>
            <a:r>
              <a:rPr lang="pt-BR" dirty="0"/>
              <a:t>Falta de monitoramento.</a:t>
            </a:r>
          </a:p>
          <a:p>
            <a:r>
              <a:rPr lang="pt-BR" dirty="0"/>
              <a:t>Custos da infraestrutura.</a:t>
            </a:r>
          </a:p>
          <a:p>
            <a:r>
              <a:rPr lang="pt-BR" dirty="0"/>
              <a:t>Segurança (senhas expostas, portas abertas).</a:t>
            </a:r>
          </a:p>
        </p:txBody>
      </p:sp>
    </p:spTree>
    <p:extLst>
      <p:ext uri="{BB962C8B-B14F-4D97-AF65-F5344CB8AC3E}">
        <p14:creationId xmlns:p14="http://schemas.microsoft.com/office/powerpoint/2010/main" val="3147022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9B559-AC57-1976-B7EF-6C24987D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BDC790-21DF-E991-629A-B0513C669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Completo de </a:t>
            </a:r>
            <a:r>
              <a:rPr lang="pt-BR" dirty="0" err="1"/>
              <a:t>Deploy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5225DB-AD71-C23E-D162-A6E9382A6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Fluxo resumido de ponta a ponta:</a:t>
            </a:r>
            <a:endParaRPr lang="pt-BR" dirty="0"/>
          </a:p>
          <a:p>
            <a:r>
              <a:rPr lang="pt-BR" b="1" dirty="0"/>
              <a:t>Desenvolvimento</a:t>
            </a:r>
            <a:r>
              <a:rPr lang="pt-BR" dirty="0"/>
              <a:t> → criação do código.</a:t>
            </a:r>
          </a:p>
          <a:p>
            <a:r>
              <a:rPr lang="pt-BR" b="1" dirty="0"/>
              <a:t>Controle de versão (</a:t>
            </a:r>
            <a:r>
              <a:rPr lang="pt-BR" b="1" dirty="0" err="1"/>
              <a:t>Git</a:t>
            </a:r>
            <a:r>
              <a:rPr lang="pt-BR" b="1" dirty="0"/>
              <a:t>)</a:t>
            </a:r>
            <a:r>
              <a:rPr lang="pt-BR" dirty="0"/>
              <a:t> → organização e histórico.</a:t>
            </a:r>
          </a:p>
          <a:p>
            <a:r>
              <a:rPr lang="pt-BR" b="1" dirty="0"/>
              <a:t>Testes locais</a:t>
            </a:r>
            <a:r>
              <a:rPr lang="pt-BR" dirty="0"/>
              <a:t> → validar se tudo funciona na máquina.</a:t>
            </a:r>
          </a:p>
          <a:p>
            <a:r>
              <a:rPr lang="pt-BR" b="1" dirty="0"/>
              <a:t>Build</a:t>
            </a:r>
            <a:r>
              <a:rPr lang="pt-BR" dirty="0"/>
              <a:t> → empacotamento da aplicação.</a:t>
            </a:r>
          </a:p>
          <a:p>
            <a:r>
              <a:rPr lang="pt-BR" b="1" dirty="0" err="1"/>
              <a:t>Deploy</a:t>
            </a:r>
            <a:r>
              <a:rPr lang="pt-BR" b="1" dirty="0"/>
              <a:t> em ambiente de testes (</a:t>
            </a:r>
            <a:r>
              <a:rPr lang="pt-BR" b="1" dirty="0" err="1"/>
              <a:t>Staging</a:t>
            </a:r>
            <a:r>
              <a:rPr lang="pt-BR" b="1" dirty="0"/>
              <a:t>)</a:t>
            </a:r>
            <a:r>
              <a:rPr lang="pt-BR" dirty="0"/>
              <a:t> → simular produção.</a:t>
            </a:r>
          </a:p>
          <a:p>
            <a:r>
              <a:rPr lang="pt-BR" b="1" dirty="0"/>
              <a:t>Configuração de ambiente</a:t>
            </a:r>
            <a:r>
              <a:rPr lang="pt-BR" dirty="0"/>
              <a:t> → variáveis, banco de dados, rede.</a:t>
            </a:r>
          </a:p>
          <a:p>
            <a:r>
              <a:rPr lang="pt-BR" b="1" dirty="0" err="1"/>
              <a:t>Deploy</a:t>
            </a:r>
            <a:r>
              <a:rPr lang="pt-BR" b="1" dirty="0"/>
              <a:t> em Produção</a:t>
            </a:r>
            <a:r>
              <a:rPr lang="pt-BR" dirty="0"/>
              <a:t> → aplicação acessível aos clientes.</a:t>
            </a:r>
          </a:p>
          <a:p>
            <a:r>
              <a:rPr lang="pt-BR" b="1" dirty="0"/>
              <a:t>Monitoramento</a:t>
            </a:r>
            <a:r>
              <a:rPr lang="pt-BR" dirty="0"/>
              <a:t> → acompanhar desempenho, logs e erros.</a:t>
            </a:r>
          </a:p>
          <a:p>
            <a:r>
              <a:rPr lang="pt-BR" b="1" dirty="0"/>
              <a:t>Manutenção &amp; Atualizações</a:t>
            </a:r>
            <a:r>
              <a:rPr lang="pt-BR" dirty="0"/>
              <a:t> → melhorias contínuas.</a:t>
            </a:r>
          </a:p>
        </p:txBody>
      </p:sp>
    </p:spTree>
    <p:extLst>
      <p:ext uri="{BB962C8B-B14F-4D97-AF65-F5344CB8AC3E}">
        <p14:creationId xmlns:p14="http://schemas.microsoft.com/office/powerpoint/2010/main" val="1240318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B59FF-A0DA-AD0F-EA32-A95028811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2EBC0-B389-0355-F25D-0ED03E1AA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Checklist do </a:t>
            </a:r>
            <a:r>
              <a:rPr lang="pt-BR" dirty="0" err="1"/>
              <a:t>Deploy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E8FD0-3900-5D9A-0392-28803EC7B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pt-BR" dirty="0"/>
              <a:t>✅ </a:t>
            </a:r>
            <a:r>
              <a:rPr lang="pt-BR" b="1" dirty="0"/>
              <a:t>Código funcionando na minha máquina</a:t>
            </a:r>
            <a:br>
              <a:rPr lang="pt-BR" dirty="0"/>
            </a:br>
            <a:r>
              <a:rPr lang="pt-BR" dirty="0"/>
              <a:t>✅ Dependências instaladas e documentadas</a:t>
            </a:r>
            <a:br>
              <a:rPr lang="pt-BR" dirty="0"/>
            </a:br>
            <a:r>
              <a:rPr lang="pt-BR" dirty="0"/>
              <a:t>✅ Variáveis de ambiente configuradas (senhas, tokens, URLs)</a:t>
            </a:r>
            <a:br>
              <a:rPr lang="pt-BR" dirty="0"/>
            </a:br>
            <a:r>
              <a:rPr lang="pt-BR" dirty="0"/>
              <a:t>✅ Banco de dados conectado/testado</a:t>
            </a:r>
            <a:br>
              <a:rPr lang="pt-BR" dirty="0"/>
            </a:br>
            <a:r>
              <a:rPr lang="pt-BR" dirty="0"/>
              <a:t>✅ Build gerado (</a:t>
            </a:r>
            <a:r>
              <a:rPr lang="pt-BR" dirty="0" err="1"/>
              <a:t>frontend</a:t>
            </a:r>
            <a:r>
              <a:rPr lang="pt-BR" dirty="0"/>
              <a:t>, </a:t>
            </a:r>
            <a:r>
              <a:rPr lang="pt-BR" dirty="0" err="1"/>
              <a:t>backend</a:t>
            </a:r>
            <a:r>
              <a:rPr lang="pt-BR" dirty="0"/>
              <a:t>, containers, etc.)</a:t>
            </a:r>
            <a:br>
              <a:rPr lang="pt-BR" dirty="0"/>
            </a:br>
            <a:r>
              <a:rPr lang="pt-BR" dirty="0"/>
              <a:t>✅ Servidor/hospedagem contratada e configurada</a:t>
            </a:r>
            <a:br>
              <a:rPr lang="pt-BR" dirty="0"/>
            </a:br>
            <a:r>
              <a:rPr lang="pt-BR" dirty="0"/>
              <a:t>✅ Domínio apontado corretamente (DNS)</a:t>
            </a:r>
            <a:br>
              <a:rPr lang="pt-BR" dirty="0"/>
            </a:br>
            <a:r>
              <a:rPr lang="pt-BR" dirty="0"/>
              <a:t>✅ </a:t>
            </a:r>
            <a:r>
              <a:rPr lang="pt-BR" dirty="0" err="1"/>
              <a:t>Deploy</a:t>
            </a:r>
            <a:r>
              <a:rPr lang="pt-BR" dirty="0"/>
              <a:t> realizado em ambiente de testes</a:t>
            </a:r>
            <a:br>
              <a:rPr lang="pt-BR" dirty="0"/>
            </a:br>
            <a:r>
              <a:rPr lang="pt-BR" dirty="0"/>
              <a:t>✅ Testes de acesso e funcionamento em produção</a:t>
            </a:r>
            <a:br>
              <a:rPr lang="pt-BR" dirty="0"/>
            </a:br>
            <a:r>
              <a:rPr lang="pt-BR" dirty="0"/>
              <a:t>✅ Monitoramento ativo (logs, alertas, métricas)</a:t>
            </a:r>
            <a:br>
              <a:rPr lang="pt-BR" dirty="0"/>
            </a:br>
            <a:r>
              <a:rPr lang="pt-BR" dirty="0"/>
              <a:t>✅ Plano de </a:t>
            </a:r>
            <a:r>
              <a:rPr lang="pt-BR" dirty="0" err="1"/>
              <a:t>rollback</a:t>
            </a:r>
            <a:r>
              <a:rPr lang="pt-BR" dirty="0"/>
              <a:t> definido</a:t>
            </a:r>
          </a:p>
        </p:txBody>
      </p:sp>
    </p:spTree>
    <p:extLst>
      <p:ext uri="{BB962C8B-B14F-4D97-AF65-F5344CB8AC3E}">
        <p14:creationId xmlns:p14="http://schemas.microsoft.com/office/powerpoint/2010/main" val="11846914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701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Deploy de Aplicações: Do Código à Produção</vt:lpstr>
      <vt:lpstr>O que é Deploy?</vt:lpstr>
      <vt:lpstr>Importância do Deploy</vt:lpstr>
      <vt:lpstr>Ambientes de Deploy</vt:lpstr>
      <vt:lpstr>Tipos de Deploy</vt:lpstr>
      <vt:lpstr>O que é um Domínio?</vt:lpstr>
      <vt:lpstr>Hospedagem vs. Deploy</vt:lpstr>
      <vt:lpstr>Principais Ferramentas de Deploy</vt:lpstr>
      <vt:lpstr>Deploy Automatizado (CI/CD)</vt:lpstr>
      <vt:lpstr>Exemplos de Deploy na Prática</vt:lpstr>
      <vt:lpstr>O Papel do DNS no Deploy</vt:lpstr>
      <vt:lpstr>Deploy Tradicional x Contêineres</vt:lpstr>
      <vt:lpstr>Principais Desafios no Deploy</vt:lpstr>
      <vt:lpstr>Ciclo Completo de Deploy</vt:lpstr>
      <vt:lpstr>Checklist do Deploy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Dionizio Porfírio</dc:creator>
  <cp:lastModifiedBy>Dionizio Porfírio</cp:lastModifiedBy>
  <cp:revision>1</cp:revision>
  <dcterms:created xsi:type="dcterms:W3CDTF">2025-09-13T18:43:56Z</dcterms:created>
  <dcterms:modified xsi:type="dcterms:W3CDTF">2025-09-13T18:59:53Z</dcterms:modified>
</cp:coreProperties>
</file>